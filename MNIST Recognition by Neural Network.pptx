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0" r:id="rId2"/>
    <p:sldId id="256" r:id="rId3"/>
    <p:sldId id="257" r:id="rId4"/>
    <p:sldId id="258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115" d="100"/>
          <a:sy n="115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D57D2-8255-0A46-B6B3-BDAD100F266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D6549-6663-8046-B4CD-6AAC88CB29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82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6549-6663-8046-B4CD-6AAC88CB29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296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CBF4-257B-3595-DC08-FEEF458B4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4C8AF-C68F-C5AD-4F15-07284A8A9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D0D2F-609C-3E8C-C0E1-DCDB80AA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3446E-46B8-34CB-96AC-D7215448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3C1BB-BA80-1B87-5D10-43F6880D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8382-20F6-5699-893D-15729B88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A9E91-50D9-4632-7229-C0D34E653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1AB42-6148-9770-EBD4-32BDEE8F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83EFA-791A-9C9D-9436-7CF165C98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1E67D-117A-1D0A-96EE-A995182B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84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DF63F-4B99-E65E-42CE-0D3B82D1F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999B0-0F1C-66B0-319E-3035E3EB9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ADFCC-7EF2-F22F-55BA-B7F1061DF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B4E8-7A2C-A985-582B-C290E5E41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943EA-FC03-6472-FDC1-B4FD213B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16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07F4-9C2A-437D-988E-4F699329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1A21B-BD36-490F-0CAA-B459923C87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4330E-46F6-630D-1CD8-E51859430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25082-7545-CDA4-BD12-44F1DB73E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48F2B-7D04-FDA6-8BA5-FB073356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D77E3-AFD8-B4CC-9FA3-C7165A50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95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B87A-1C3F-FBFE-C0E7-A883672D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3A2AA-179B-2C18-C30D-2A3819EB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D5AC9-2318-2649-1F7D-5DC6CEA9E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9EEEC-058C-8DDD-02C2-36A7E8CFE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BE45D6-2949-BD9A-5849-1097B15D3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A540A-0B99-B20C-3C4F-EA5E3BE0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1D4836-96A4-7F1C-2573-F6422EBB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DBB-8324-1275-E1B8-FA112E45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81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EBFC-ED7D-557E-6D07-3F3ED98D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33A2A-07E3-11E2-FB70-9E93BB8F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09A49F-6ABD-248C-7097-4BF336864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D7AF9-A6BC-F210-49AB-C6FC06404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35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0CCE55-B3CD-E7DE-1050-1B862D31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39957-733D-73F6-6225-12439EB45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BBACE-B68A-2117-6D16-424C142DF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25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91E6-D49D-DBAD-D0B1-9E5BAA06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27048-ABCB-0DA4-1EAB-CDEB659AC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DBA13-BB34-A85A-A84E-50525EA02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45FE0-E8C9-0672-8D69-6A3C6B5D6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C49CE-E0D6-AD70-4AB6-E6233204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6E73F-A5B7-5A13-4DC5-E6772DC1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7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999F7-E78B-5BC4-4BAE-8253CF438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D05F3-BCCF-F2B3-1D78-91B5F8523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F49D3-481F-F5D3-856C-F011B7B13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3DD9B-3D64-18AA-9146-A5BC79B6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6B393-936F-E28C-55CE-F6922B9E7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570C3-5FCC-4C05-F838-A2E55466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5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51739-79AB-85F1-2E2A-6F4E40972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280B71-7284-00B9-3B58-136BD9F73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BE5FE-F4A7-335A-4E0F-F589B981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6C09E-3A14-0EC6-CC0E-C5376247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866B6-C17B-3B60-8F86-13ABCCA4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32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F495E9-CE76-DF9C-8AB7-82F588E7B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9D6F7-F867-EEDC-B7CC-862BEC1E0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1019B-32F4-0D28-BF48-7F651350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943D0-C178-C0C7-CED5-363002290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69ED3-8C81-815D-50EC-DF253478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31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73098-F0A4-181E-E870-5C0FFCB00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82F94-1E54-FFDF-646C-742846112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ECCD6-6986-632F-9873-A0C5A613C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3DE1E1-4223-2A4C-8559-D566B3DA7D8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BA87F-648F-ACB5-4066-B8D7605F0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91BDE-BCB2-BA19-084C-4721947D5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35B51-51CF-E042-B4E7-A981B4D48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0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EFC662-C4B0-9E34-1218-8BAC88D3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766" y="1146412"/>
            <a:ext cx="9014348" cy="24020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MNIST Recognition by Neural Network</a:t>
            </a:r>
            <a:b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					- Siva Keerthi Putluri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5645-F276-7650-F77E-8D76ACEEF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9765" y="4892722"/>
            <a:ext cx="6387155" cy="1078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8" indent="0">
              <a:spcBef>
                <a:spcPts val="1000"/>
              </a:spcBef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706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C6C98-4D24-7538-5565-7CB34E81C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906FF-4EED-5BC5-D4F6-A239B0438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I implemented a Convolutional Neural Network, or CNN, to recognize handwritten digits using the MNIST dataset.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The MNIST dataset contains 60,000 training images and 10,000 testing images of handwritten digits from 0 to 9.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88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C5C0F-FCEA-2B96-BFF0-1C542677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A236C-C2FA-FBEA-A717-CE90D247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Autofit/>
          </a:bodyPr>
          <a:lstStyle/>
          <a:p>
            <a:r>
              <a:rPr lang="en-US" sz="2400" dirty="0"/>
              <a:t>Chose a CNN because convolutional neural networks are very effective for image classification tasks.</a:t>
            </a:r>
          </a:p>
          <a:p>
            <a:r>
              <a:rPr lang="en-US" sz="2400" dirty="0"/>
              <a:t>The model consists of convolution layers that extract image features, followed by fully connected layers that perform the final classification.</a:t>
            </a:r>
          </a:p>
          <a:p>
            <a:r>
              <a:rPr lang="en-US" sz="2400" dirty="0"/>
              <a:t>During training, the network learns patterns such as edges, shapes, and digit structures.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5625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59816-04D8-3E61-1C27-D18C60515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Training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7A6F6-B037-5F8E-2120-54652FE0D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The model was trained on the training dataset and evaluated on the test dataset.</a:t>
            </a:r>
          </a:p>
          <a:p>
            <a:r>
              <a:rPr lang="en-US" sz="2400" dirty="0"/>
              <a:t>After training, the CNN achieved high recognition accuracy on unseen test images.</a:t>
            </a:r>
          </a:p>
          <a:p>
            <a:r>
              <a:rPr lang="en-US" sz="2400" dirty="0"/>
              <a:t>The results demonstrate that neural networks can effectively learn visual patterns from handwritten digits.</a:t>
            </a:r>
          </a:p>
        </p:txBody>
      </p:sp>
    </p:spTree>
    <p:extLst>
      <p:ext uri="{BB962C8B-B14F-4D97-AF65-F5344CB8AC3E}">
        <p14:creationId xmlns:p14="http://schemas.microsoft.com/office/powerpoint/2010/main" val="110302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1AB092C-5C6E-657E-3BF4-ED9C414B6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233" y="457200"/>
            <a:ext cx="1110953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94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829B1-2D70-7746-DB73-30776084E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A465B-2160-C50A-7458-C44E2E383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400" dirty="0"/>
              <a:t>My main takeaway from this assignment is that CNNs are powerful image recognition models because they automatically learn useful features from raw images without manual feature engineering.</a:t>
            </a:r>
          </a:p>
        </p:txBody>
      </p:sp>
    </p:spTree>
    <p:extLst>
      <p:ext uri="{BB962C8B-B14F-4D97-AF65-F5344CB8AC3E}">
        <p14:creationId xmlns:p14="http://schemas.microsoft.com/office/powerpoint/2010/main" val="1414226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9E618-CBC9-0BA7-E914-B46FD18F6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90517-AC27-D5AD-6EDE-C88E998AF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1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190</Words>
  <Application>Microsoft Macintosh PowerPoint</Application>
  <PresentationFormat>Widescreen</PresentationFormat>
  <Paragraphs>19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MNIST Recognition by Neural Network      - Siva Keerthi Putluri</vt:lpstr>
      <vt:lpstr>Introduction</vt:lpstr>
      <vt:lpstr>Model</vt:lpstr>
      <vt:lpstr>Training and Results</vt:lpstr>
      <vt:lpstr>PowerPoint Presentation</vt:lpstr>
      <vt:lpstr>Takeaway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Yogendhar Reddy Putluri</dc:creator>
  <cp:lastModifiedBy>Yogendhar Reddy Putluri</cp:lastModifiedBy>
  <cp:revision>1</cp:revision>
  <dcterms:created xsi:type="dcterms:W3CDTF">2026-05-29T23:28:13Z</dcterms:created>
  <dcterms:modified xsi:type="dcterms:W3CDTF">2026-05-30T04:31:10Z</dcterms:modified>
</cp:coreProperties>
</file>